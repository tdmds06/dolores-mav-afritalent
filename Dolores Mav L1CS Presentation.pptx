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8C5"/>
    <a:srgbClr val="D9C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17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dmds06.github.io/Dolores-Mav-AfriTalen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82880" y="3520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Web — BTS SIO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90299" y="64736"/>
            <a:ext cx="4114800" cy="1384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456742" y="90189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Freelances Africains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flipV="1">
            <a:off x="920064" y="1460896"/>
            <a:ext cx="7188156" cy="162164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62610" y="2011053"/>
            <a:ext cx="5611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Auteurs: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DOLORES SHALOM TOUKOULA DE MAVOUNGOU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9783" y="2367669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</a:t>
            </a:r>
            <a:r>
              <a:rPr lang="en-US" sz="14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CS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9783" y="285261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9782" y="3140650"/>
            <a:ext cx="612890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</a:t>
            </a:r>
            <a:r>
              <a:rPr lang="fr-FR" b="1" u="sng" dirty="0">
                <a:hlinkClick r:id="rId3"/>
              </a:rPr>
              <a:t>https://tdmds06.github.io/Dolores-Mav-AfriTalent/</a:t>
            </a:r>
            <a:endParaRPr lang="fr-FR" sz="1400" b="0" dirty="0">
              <a:solidFill>
                <a:schemeClr val="accent4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0789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7373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6576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17647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&amp; palette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4231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4505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1363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JS &amp; CSS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7947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8221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46320" y="10515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8463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10789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46320" y="17373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94960" y="17647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46320" y="24231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4846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24505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84632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94960" y="31363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846320" y="37947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394960" y="3822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051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1142999"/>
            <a:ext cx="5029200" cy="1111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400" b="1" dirty="0">
              <a:solidFill>
                <a:schemeClr val="accent4">
                  <a:lumMod val="75000"/>
                </a:schemeClr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fr-FR" sz="1400" dirty="0" err="1"/>
              <a:t>AfriTalent</a:t>
            </a:r>
            <a:r>
              <a:rPr lang="fr-FR" sz="1400" dirty="0"/>
              <a:t> est une plateforme web fictive conçue pour mettre en relation les freelances africains avec les entreprises à la recherche de compétences numériques qualifiées</a:t>
            </a:r>
            <a:endParaRPr lang="en-US" sz="1400" b="1" dirty="0">
              <a:solidFill>
                <a:srgbClr val="1B6B7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581874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3063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/>
              <a:t>Mettre en pratique HTML5, CSS3, JavaScript ES6 et </a:t>
            </a:r>
            <a:r>
              <a:rPr lang="fr-FR" sz="1200" dirty="0" err="1"/>
              <a:t>Bootstrap</a:t>
            </a:r>
            <a:r>
              <a:rPr lang="fr-FR" sz="1200" dirty="0"/>
              <a:t> 5 afin de créer un site web responsive, puis le publier sur GitHub Pages en suivant une progression de 10 </a:t>
            </a:r>
            <a:r>
              <a:rPr lang="fr-FR" sz="1200" dirty="0" err="1"/>
              <a:t>commits</a:t>
            </a:r>
            <a:r>
              <a:rPr lang="fr-FR" sz="1200" dirty="0"/>
              <a:t> organisés.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05156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035040" y="1051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Pages HTML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35040" y="1984248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035040" y="19842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Freelances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2916936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035040" y="29169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Commits GitHub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35040" y="3849624"/>
            <a:ext cx="2743200" cy="777240"/>
          </a:xfrm>
          <a:prstGeom prst="roundRect">
            <a:avLst>
              <a:gd name="adj" fmla="val 11765"/>
            </a:avLst>
          </a:prstGeom>
          <a:solidFill>
            <a:schemeClr val="accent4">
              <a:lumMod val="50000"/>
            </a:schemeClr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035040" y="384962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 Pays couverts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&amp; Polices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463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 de couleurs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chemeClr val="accent4">
              <a:lumMod val="75000"/>
            </a:schemeClr>
          </a:solidFill>
          <a:ln w="10160">
            <a:noFill/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6"/>
          <p:cNvSpPr/>
          <p:nvPr/>
        </p:nvSpPr>
        <p:spPr>
          <a:xfrm>
            <a:off x="320040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600"/>
              <a:t>#bfa18f;</a:t>
            </a: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Titres · Header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39112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1D8C5"/>
          </a:solidFill>
          <a:ln w="1016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039112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#d9c5b2</a:t>
            </a:r>
          </a:p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039112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39112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· Accents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58184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chemeClr val="accent4">
              <a:lumMod val="20000"/>
              <a:lumOff val="80000"/>
            </a:schemeClr>
          </a:solidFill>
          <a:ln w="1016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758184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#f5efe6</a:t>
            </a:r>
          </a:p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758184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Gold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58184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· Highlights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77256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chemeClr val="accent4">
              <a:lumMod val="50000"/>
            </a:schemeClr>
          </a:solidFill>
          <a:ln w="1016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394960" y="287121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dirty="0"/>
              <a:t>#3e3835</a:t>
            </a:r>
          </a:p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77256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77256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sombre · Dark mode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96328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96328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 · Sections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760" y="4206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Titres et en-têtes. Élégante, lisible, professionnelle.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Corps de texte. Neutre, moderne, très lisible.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48640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design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0" y="4206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Motifs africains (bordures)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Couleurs terre et teal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Cards modernes Bootstrap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Pages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Accueil (index.html)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Hero, catégories, comment ca Marche, témoignages, CTA, Footer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93776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Freelances (freelances.html)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9 profils, barre de filtre dynamique, JS sans rechargement.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5720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💶  Tarifs (tarifs.html)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38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 + FAQ accordéon Bootstrap.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93776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ℹ️  À Propos (about.html)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3538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100" dirty="0"/>
              <a:t>Présentation de notre histoire, de l’équipe, de nos valeurs et de nos chiffres clés.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2004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57200" y="3310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✉️  Contact (contact.html)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767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100" dirty="0"/>
              <a:t>Un formulaire validé en JavaScript, une carte Google </a:t>
            </a:r>
            <a:r>
              <a:rPr lang="fr-FR" sz="1100" dirty="0" err="1"/>
              <a:t>Maps</a:t>
            </a:r>
            <a:r>
              <a:rPr lang="fr-FR" sz="1100" dirty="0"/>
              <a:t> et les coordonnées de contact.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600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 des fichiers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4114800" cy="3383280"/>
          </a:xfrm>
          <a:prstGeom prst="roundRect">
            <a:avLst>
              <a:gd name="adj" fmla="val 2703"/>
            </a:avLst>
          </a:prstGeom>
          <a:solidFill>
            <a:schemeClr val="accent4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AfriTalent/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index.html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freelances.html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tarifs.html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about.html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contact.html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css/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 style.css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js/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 main.js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im/   (images)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docs/  (PowerPoint)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README.md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.gitignore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navigation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846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4088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D9C5B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7040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2423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84632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40880" y="2423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04088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4632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4632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Navbar commune Bootstrap</a:t>
            </a:r>
            <a:endParaRPr lang="en-US" sz="1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js/main.js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1D8C5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Dark Mode + localStorage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toggle = document.getElementById('darkToggle');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toggle.addEventListener('click',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document.body.classList.toggle('dark');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localStorage.setItem('theme',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document.body.classList.contains('dark')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'dark' : 'light');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114800" cy="1691640"/>
          </a:xfrm>
          <a:prstGeom prst="roundRect">
            <a:avLst>
              <a:gd name="adj" fmla="val 5405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Compteurs animés (IntersectionObserver)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observer = new IntersectionObserver(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(entries)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entries.forEach(entry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(entry.isIntersecting)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animateCounter(entry.target);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observer.unobserve(entry.target);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threshold: 0.5 });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3090672"/>
            <a:ext cx="4114800" cy="658368"/>
          </a:xfrm>
          <a:prstGeom prst="roundRect">
            <a:avLst>
              <a:gd name="adj" fmla="val 11111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1148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Filtrage Freelances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#filter → querySelectorAll('.freelancer') → display block/none selon classe CSS.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30906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1D8C5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89204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Validation Formulaire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9204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/^[^\s@]+@[^\s@]+\.[^\s@]+$/ · champs requis · message min 20 car.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8404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1D8C5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1148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Navbar au scroll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window.addEventListener('scroll') → classList.add('scrolled') à 60px.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3840480"/>
            <a:ext cx="4114800" cy="658368"/>
          </a:xfrm>
          <a:prstGeom prst="roundRect">
            <a:avLst>
              <a:gd name="adj" fmla="val 11111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89204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Fade-in au scroll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sur .fade-in → ajout classe .visible pour animation CSS.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CSS Avancé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E1D8C5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(Custom Properties)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361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   #1B6B72;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--color-accent:    #E8621A;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--color-gold:      #D4A017;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     'Cambria', 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--font-body:       'Calibri',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--border-radius:  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--shadow:          0 4px 16px rgba(0,0,0,.1);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E1D8C5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93776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CSS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1536192"/>
            <a:ext cx="3840480" cy="1417320"/>
          </a:xfrm>
          <a:prstGeom prst="rect">
            <a:avLst/>
          </a:prstGeom>
          <a:solidFill>
            <a:srgbClr val="E1D8C5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var(--color-dark);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#F3F4F6;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.navbar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#0F1A22 !important;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#1E2D3D;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#374151;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1148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.fade-in { opacity: 0; transform: translateY(20px); transition: .6s;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.fade-in.visible { opacity: 1; transform: none; }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89204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 Queries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 .hero-title { font-size: 1.8rem; } .bento-grid { grid-template-columns: 1fr; } }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4023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11480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 transform: translateY(-5px); box-shadow: 0 8px 25px rgba(0,0,0,.15); transition: .3s; }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4023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892040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Scrolled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9204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.navbar.scrolled { background: rgba(27,107,114,.97) !important; box-shadow: 0 2px 12px rgba(0,0,0,.2); 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Bootstrap 5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utilisé : bootstrap@5.3.3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3268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8404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navbar-expand-lg · navbar-toggler · data-bs-toggle='collapse' → menu hamburger sur mobile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1012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85876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Bootstrap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31012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card-body · card-img-top · shadow-sm → profils freelances, tarifs, </a:t>
            </a:r>
            <a:r>
              <a:rPr lang="en-US" sz="95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78484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Accordéon</a:t>
            </a: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FAQ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3620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· accordion-item · collapse · data-bs-parent → FAQ tarifs.html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90672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93268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Responsive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/ col-md-6 / col-lg-4 → adaptation automatique mobile/tablette/desktop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385876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Boutons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331012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bg-warning · btn btn-primary · btn-outline-light → plan Pro, CTA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678484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3620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· carousel-item · data-bs-ride='carousel' → témoignages accueil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des 10 commits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371600"/>
            <a:ext cx="5029200" cy="3383280"/>
          </a:xfrm>
          <a:prstGeom prst="roundRect">
            <a:avLst>
              <a:gd name="adj" fmla="val 2703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7200" y="152704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152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Init :  creation du depots arborescence des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structure HTML de base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842516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31520" y="18242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HTML : structure complete des 5 pages avec section et contenu de texte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1579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731520" y="2139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CSS : variables, typographie, layout general et styles de base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473452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31520" y="24551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CSS : Bento Grid, Hero, et categories effects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hover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8892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3152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CSS : responsive design, media queries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10438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731520" y="30861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JS : Dark mode + navbar dynamique au scroll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419856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731520" y="3401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JS : compteurs animés au scroll et animations + fade-in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73532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731520" y="37170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JS : filtrage dynamique des freelances + validation de formulaire de contact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050792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731520" y="40325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Finalisation : corrections responsive, optimization du code et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366260"/>
            <a:ext cx="164592" cy="164592"/>
          </a:xfrm>
          <a:prstGeom prst="ellipse">
            <a:avLst/>
          </a:prstGeom>
          <a:solidFill>
            <a:srgbClr val="E8621A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731520" y="43479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Déploiement : GitHub Pages active, README finalise et presentation </a:t>
            </a:r>
            <a:r>
              <a:rPr lang="en-US" sz="1000" b="1" dirty="0" err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94960" y="1001268"/>
            <a:ext cx="3291840" cy="2011680"/>
          </a:xfrm>
          <a:prstGeom prst="roundRect">
            <a:avLst>
              <a:gd name="adj" fmla="val 4545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60720" y="1508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Deploy from a branch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: main  /  Folder : / (root)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577840" y="315468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760720" y="3246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Git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760720" y="3639312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&amp; Solutions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Les cartes freelances se chevauchaient sur tablette (768px).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Ajout systématique de col-md-6 col-lg-4 sur chaque carte et test sur 3 breakpoints.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 persistant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3776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 thème Dark ne persistait pas lors du changement de page.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37760" y="20848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Lecture de localStorage au chargement : if (localStorage.getItem('theme') === 'dark') document.body.classList.add('dark').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720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Compteurs IntersectionObserver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Les compteurs se relançaient à chaque scroll dès que l'élément repassait dans le viewport.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Ajout de observer.unobserve(entry.target) juste après l'appel à animateCounter().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93776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Formulaire JS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493776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La regex email acceptait des formats invalides (ex : test@test).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3776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Remplacement par /^[^\s@]+@[^\s@]+\.[^\s@]+$/ qui exige un domaine complet.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 Utilisées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CSS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1148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 — getbootstrap.com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1.11.3 — icons.getbootstrap.com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33756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33756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developer.mozilla.org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API — MDN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 — MDN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6364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Outils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6364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fonts.google.com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— générateur de palette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éditeur de code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1148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148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github.com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pages.github.com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git-scm.com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33756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Test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333756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— validator.w3.org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(Responsive)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 API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26364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6364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: générées ou libres de droits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: création custom AfriTalent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textuel : fictif BTS SIO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 du Site</a:t>
            </a:r>
            <a:endParaRPr lang="en-US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Lien GitHub Pages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467196"/>
            <a:ext cx="84124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9050">
            <a:noFill/>
            <a:prstDash val="solid"/>
          </a:ln>
        </p:spPr>
        <p:txBody>
          <a:bodyPr/>
          <a:lstStyle/>
          <a:p>
            <a:r>
              <a:rPr lang="fr-FR"/>
              <a:t>https://triomphantpanze-dot.github.io/Panze-triomphant-AfriTalent/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240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démonstration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651760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Accueil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9456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carousel témoignages, stats animées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967228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9672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Freelances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29672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JavaScript : Web / Design / Marketing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282696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02920" y="328269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Tarifs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3282696"/>
            <a:ext cx="640080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Accordéon FAQ Bootstrap, 3 plans tarifaires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598164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02920" y="35981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À Propos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194560" y="35981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IntersectionObserver, </a:t>
            </a:r>
            <a:r>
              <a:rPr lang="en-US" sz="1000" dirty="0" err="1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3913632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02920" y="3913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Contact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19456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JS du formulaire, carte Google Maps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229100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02920" y="42291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Dark Mode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194560" y="42291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persistant via localStorage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4544568"/>
            <a:ext cx="8412480" cy="27432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02920" y="4544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Responsive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194560" y="45445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mobile 375px, tablette 768px, desktop 1200px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nous a permis de maîtriser l'ensemble de la chaîne de développement web : conception, développement, tests et déploiement, dans un cadre professionnel avec 10 commits Git structurés.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2606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acquises</a:t>
            </a:r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4048" y="301752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58368" y="2990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— structure propre et validée W3C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" y="3364992"/>
            <a:ext cx="164592" cy="16459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58368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— variables, grid, animations, dark mode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4048" y="371246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58368" y="3685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 — DOM, events, IntersectionObserver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4048" y="4059936"/>
            <a:ext cx="164592" cy="16459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58368" y="4032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grille, composants, responsive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" y="440740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58368" y="43799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versioning 10 commits + déploiement Pages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1005840"/>
            <a:ext cx="3108960" cy="3794760"/>
          </a:xfrm>
          <a:prstGeom prst="roundRect">
            <a:avLst>
              <a:gd name="adj" fmla="val 3529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897880" y="1143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d'amélioration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83680" y="1901952"/>
            <a:ext cx="1463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852160" y="2057400"/>
            <a:ext cx="2834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Authentification utilisateur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Messagerie freelance/client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Système de notation réel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de données (SQL/NoSQL)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Multilangue (FR / EN)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mobile (React Native)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/>
          <p:cNvSpPr/>
          <p:nvPr/>
        </p:nvSpPr>
        <p:spPr>
          <a:xfrm>
            <a:off x="2008415" y="1429413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1B6B7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contact@afritalent.com  |  +221 711198672|  Dakar, Sénégal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1707</Words>
  <Application>Microsoft Office PowerPoint</Application>
  <PresentationFormat>Affichage à l'écran (16:9)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 du Projet</dc:title>
  <dc:subject>PptxGenJS Presentation</dc:subject>
  <dc:creator>PptxGenJS</dc:creator>
  <cp:lastModifiedBy>Dolores</cp:lastModifiedBy>
  <cp:revision>14</cp:revision>
  <dcterms:created xsi:type="dcterms:W3CDTF">2026-06-14T15:12:56Z</dcterms:created>
  <dcterms:modified xsi:type="dcterms:W3CDTF">2026-07-02T20:29:00Z</dcterms:modified>
</cp:coreProperties>
</file>